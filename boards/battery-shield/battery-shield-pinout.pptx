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13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5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6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99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5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85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9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9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8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37162-BF4A-4F96-959A-FC5D79B042D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AA11A-AC77-46E1-8752-1FB39CDB6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63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B076F5D-9DFB-513C-6F91-AE63E6E1C9B1}"/>
              </a:ext>
            </a:extLst>
          </p:cNvPr>
          <p:cNvGrpSpPr/>
          <p:nvPr/>
        </p:nvGrpSpPr>
        <p:grpSpPr>
          <a:xfrm>
            <a:off x="263607" y="202170"/>
            <a:ext cx="11375396" cy="5148931"/>
            <a:chOff x="263607" y="202170"/>
            <a:chExt cx="11375396" cy="514893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B8A834E-64DF-8DBB-0936-CB36CE56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3467147" y="2380312"/>
              <a:ext cx="5032369" cy="2970789"/>
            </a:xfrm>
            <a:prstGeom prst="rect">
              <a:avLst/>
            </a:prstGeom>
          </p:spPr>
        </p:pic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65D4F58-0F36-343B-7311-91CF219309D3}"/>
                </a:ext>
              </a:extLst>
            </p:cNvPr>
            <p:cNvGrpSpPr/>
            <p:nvPr/>
          </p:nvGrpSpPr>
          <p:grpSpPr>
            <a:xfrm>
              <a:off x="263607" y="202170"/>
              <a:ext cx="11375396" cy="4971264"/>
              <a:chOff x="301707" y="206933"/>
              <a:chExt cx="11375396" cy="4971264"/>
            </a:xfrm>
          </p:grpSpPr>
          <p:cxnSp>
            <p:nvCxnSpPr>
              <p:cNvPr id="9" name="Straight Connector 8"/>
              <p:cNvCxnSpPr/>
              <p:nvPr/>
            </p:nvCxnSpPr>
            <p:spPr>
              <a:xfrm flipV="1">
                <a:off x="365760" y="2600479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365760" y="2957095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365760" y="3304567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365760" y="3652039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V="1">
                <a:off x="365760" y="4002938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65760" y="4356127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V="1">
                <a:off x="365760" y="4703755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365760" y="5057502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Flowchart: Connector 24"/>
              <p:cNvSpPr/>
              <p:nvPr/>
            </p:nvSpPr>
            <p:spPr>
              <a:xfrm>
                <a:off x="320040" y="2554759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lowchart: Connector 25"/>
              <p:cNvSpPr/>
              <p:nvPr/>
            </p:nvSpPr>
            <p:spPr>
              <a:xfrm>
                <a:off x="320040" y="291122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lowchart: Connector 26"/>
              <p:cNvSpPr/>
              <p:nvPr/>
            </p:nvSpPr>
            <p:spPr>
              <a:xfrm>
                <a:off x="320040" y="3259537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lowchart: Connector 27"/>
              <p:cNvSpPr/>
              <p:nvPr/>
            </p:nvSpPr>
            <p:spPr>
              <a:xfrm>
                <a:off x="320040" y="360273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lowchart: Connector 28"/>
              <p:cNvSpPr/>
              <p:nvPr/>
            </p:nvSpPr>
            <p:spPr>
              <a:xfrm>
                <a:off x="321597" y="395379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lowchart: Connector 29"/>
              <p:cNvSpPr/>
              <p:nvPr/>
            </p:nvSpPr>
            <p:spPr>
              <a:xfrm>
                <a:off x="320040" y="43048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lowchart: Connector 30"/>
              <p:cNvSpPr/>
              <p:nvPr/>
            </p:nvSpPr>
            <p:spPr>
              <a:xfrm>
                <a:off x="320040" y="465590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lowchart: Connector 31"/>
              <p:cNvSpPr/>
              <p:nvPr/>
            </p:nvSpPr>
            <p:spPr>
              <a:xfrm>
                <a:off x="320040" y="500695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lowchart: Connector 32"/>
              <p:cNvSpPr/>
              <p:nvPr/>
            </p:nvSpPr>
            <p:spPr>
              <a:xfrm>
                <a:off x="3246120" y="25510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lowchart: Connector 33"/>
              <p:cNvSpPr/>
              <p:nvPr/>
            </p:nvSpPr>
            <p:spPr>
              <a:xfrm>
                <a:off x="3246120" y="291122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lowchart: Connector 34"/>
              <p:cNvSpPr/>
              <p:nvPr/>
            </p:nvSpPr>
            <p:spPr>
              <a:xfrm>
                <a:off x="3246120" y="3259003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lowchart: Connector 35"/>
              <p:cNvSpPr/>
              <p:nvPr/>
            </p:nvSpPr>
            <p:spPr>
              <a:xfrm>
                <a:off x="3244563" y="360959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lowchart: Connector 36"/>
              <p:cNvSpPr/>
              <p:nvPr/>
            </p:nvSpPr>
            <p:spPr>
              <a:xfrm>
                <a:off x="3244563" y="3952377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lowchart: Connector 37"/>
              <p:cNvSpPr/>
              <p:nvPr/>
            </p:nvSpPr>
            <p:spPr>
              <a:xfrm>
                <a:off x="3244563" y="43048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lowchart: Connector 38"/>
              <p:cNvSpPr/>
              <p:nvPr/>
            </p:nvSpPr>
            <p:spPr>
              <a:xfrm>
                <a:off x="3244563" y="465590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lowchart: Connector 39"/>
              <p:cNvSpPr/>
              <p:nvPr/>
            </p:nvSpPr>
            <p:spPr>
              <a:xfrm>
                <a:off x="3244563" y="500695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457200" y="2469951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457200" y="2830125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457200" y="3175371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4" name="Rounded Rectangle 43"/>
              <p:cNvSpPr/>
              <p:nvPr/>
            </p:nvSpPr>
            <p:spPr>
              <a:xfrm>
                <a:off x="457200" y="4924568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3.3V Rail</a:t>
                </a:r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457200" y="4572213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BAT 0-6V -&gt; P6 0-2.8V</a:t>
                </a:r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457200" y="3520617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>
                <a:off x="457200" y="3870470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457200" y="4223194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cxnSp>
            <p:nvCxnSpPr>
              <p:cNvPr id="49" name="Straight Connector 48"/>
              <p:cNvCxnSpPr/>
              <p:nvPr/>
            </p:nvCxnSpPr>
            <p:spPr>
              <a:xfrm flipV="1">
                <a:off x="8705303" y="2600479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V="1">
                <a:off x="8705303" y="2957095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 flipV="1">
                <a:off x="8705303" y="3304567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 flipV="1">
                <a:off x="8705303" y="3652039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V="1">
                <a:off x="8705303" y="4002938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8705303" y="4356127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 flipV="1">
                <a:off x="8705303" y="4703755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 flipV="1">
                <a:off x="8705303" y="5057502"/>
                <a:ext cx="2926080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Flowchart: Connector 56"/>
              <p:cNvSpPr/>
              <p:nvPr/>
            </p:nvSpPr>
            <p:spPr>
              <a:xfrm>
                <a:off x="8659583" y="2554759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lowchart: Connector 57"/>
              <p:cNvSpPr/>
              <p:nvPr/>
            </p:nvSpPr>
            <p:spPr>
              <a:xfrm>
                <a:off x="8659583" y="291122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lowchart: Connector 58"/>
              <p:cNvSpPr/>
              <p:nvPr/>
            </p:nvSpPr>
            <p:spPr>
              <a:xfrm>
                <a:off x="8659583" y="3259537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lowchart: Connector 59"/>
              <p:cNvSpPr/>
              <p:nvPr/>
            </p:nvSpPr>
            <p:spPr>
              <a:xfrm>
                <a:off x="8659583" y="360273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lowchart: Connector 60"/>
              <p:cNvSpPr/>
              <p:nvPr/>
            </p:nvSpPr>
            <p:spPr>
              <a:xfrm>
                <a:off x="8661140" y="395379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lowchart: Connector 61"/>
              <p:cNvSpPr/>
              <p:nvPr/>
            </p:nvSpPr>
            <p:spPr>
              <a:xfrm>
                <a:off x="8659583" y="43048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lowchart: Connector 62"/>
              <p:cNvSpPr/>
              <p:nvPr/>
            </p:nvSpPr>
            <p:spPr>
              <a:xfrm>
                <a:off x="8659583" y="465590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Flowchart: Connector 63"/>
              <p:cNvSpPr/>
              <p:nvPr/>
            </p:nvSpPr>
            <p:spPr>
              <a:xfrm>
                <a:off x="8659583" y="501137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lowchart: Connector 64"/>
              <p:cNvSpPr/>
              <p:nvPr/>
            </p:nvSpPr>
            <p:spPr>
              <a:xfrm>
                <a:off x="11585663" y="25510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lowchart: Connector 65"/>
              <p:cNvSpPr/>
              <p:nvPr/>
            </p:nvSpPr>
            <p:spPr>
              <a:xfrm>
                <a:off x="11585663" y="2911220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Flowchart: Connector 66"/>
              <p:cNvSpPr/>
              <p:nvPr/>
            </p:nvSpPr>
            <p:spPr>
              <a:xfrm>
                <a:off x="11585663" y="3259003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lowchart: Connector 67"/>
              <p:cNvSpPr/>
              <p:nvPr/>
            </p:nvSpPr>
            <p:spPr>
              <a:xfrm>
                <a:off x="11584106" y="360959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lowchart: Connector 68"/>
              <p:cNvSpPr/>
              <p:nvPr/>
            </p:nvSpPr>
            <p:spPr>
              <a:xfrm>
                <a:off x="11584106" y="3952377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lowchart: Connector 69"/>
              <p:cNvSpPr/>
              <p:nvPr/>
            </p:nvSpPr>
            <p:spPr>
              <a:xfrm>
                <a:off x="11584106" y="430484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lowchart: Connector 70"/>
              <p:cNvSpPr/>
              <p:nvPr/>
            </p:nvSpPr>
            <p:spPr>
              <a:xfrm>
                <a:off x="11584106" y="4655901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Flowchart: Connector 71"/>
              <p:cNvSpPr/>
              <p:nvPr/>
            </p:nvSpPr>
            <p:spPr>
              <a:xfrm>
                <a:off x="11584106" y="5006956"/>
                <a:ext cx="91440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ounded Rectangle 72"/>
              <p:cNvSpPr/>
              <p:nvPr/>
            </p:nvSpPr>
            <p:spPr>
              <a:xfrm>
                <a:off x="8796743" y="2469952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74" name="Rounded Rectangle 73"/>
              <p:cNvSpPr/>
              <p:nvPr/>
            </p:nvSpPr>
            <p:spPr>
              <a:xfrm>
                <a:off x="8796743" y="2830125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Not Connected</a:t>
                </a:r>
              </a:p>
            </p:txBody>
          </p:sp>
          <p:sp>
            <p:nvSpPr>
              <p:cNvPr id="76" name="Rounded Rectangle 75"/>
              <p:cNvSpPr/>
              <p:nvPr/>
            </p:nvSpPr>
            <p:spPr>
              <a:xfrm>
                <a:off x="8796743" y="4924568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GND Rail</a:t>
                </a:r>
              </a:p>
            </p:txBody>
          </p:sp>
          <p:sp>
            <p:nvSpPr>
              <p:cNvPr id="77" name="Rounded Rectangle 76"/>
              <p:cNvSpPr/>
              <p:nvPr/>
            </p:nvSpPr>
            <p:spPr>
              <a:xfrm>
                <a:off x="8796743" y="4572214"/>
                <a:ext cx="2743200" cy="253629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VIN Out (5.6V @ 600mA)</a:t>
                </a:r>
              </a:p>
            </p:txBody>
          </p:sp>
          <p:pic>
            <p:nvPicPr>
              <p:cNvPr id="81" name="Picture 80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5591" y="206933"/>
                <a:ext cx="2884810" cy="855827"/>
              </a:xfrm>
              <a:prstGeom prst="rect">
                <a:avLst/>
              </a:prstGeom>
            </p:spPr>
          </p:pic>
          <p:sp>
            <p:nvSpPr>
              <p:cNvPr id="82" name="Rectangle 81"/>
              <p:cNvSpPr/>
              <p:nvPr/>
            </p:nvSpPr>
            <p:spPr>
              <a:xfrm>
                <a:off x="301707" y="1116548"/>
                <a:ext cx="2988575" cy="95410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r"/>
                <a:r>
                  <a:rPr lang="en-US" sz="2800" dirty="0">
                    <a:ln w="0"/>
                    <a:latin typeface="Arial Black" panose="020B0A04020102020204" pitchFamily="34" charset="0"/>
                  </a:rPr>
                  <a:t>Battery Shield</a:t>
                </a:r>
              </a:p>
              <a:p>
                <a:pPr algn="r"/>
                <a:r>
                  <a:rPr lang="en-US" sz="2800" dirty="0">
                    <a:ln w="0"/>
                    <a:latin typeface="Arial Black" panose="020B0A04020102020204" pitchFamily="34" charset="0"/>
                  </a:rPr>
                  <a:t>Pinout</a:t>
                </a:r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1A10FFD-4747-F1A0-E92D-A1E9876890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40905" y="5057090"/>
                <a:ext cx="1002453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0" name="Flowchart: Connector 89">
                <a:extLst>
                  <a:ext uri="{FF2B5EF4-FFF2-40B4-BE49-F238E27FC236}">
                    <a16:creationId xmlns:a16="http://schemas.microsoft.com/office/drawing/2014/main" id="{1F841975-9192-F242-9BD4-B49BC00DA097}"/>
                  </a:ext>
                </a:extLst>
              </p:cNvPr>
              <p:cNvSpPr/>
              <p:nvPr/>
            </p:nvSpPr>
            <p:spPr>
              <a:xfrm>
                <a:off x="7443358" y="5011370"/>
                <a:ext cx="91092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ounded Rectangle 43">
                <a:extLst>
                  <a:ext uri="{FF2B5EF4-FFF2-40B4-BE49-F238E27FC236}">
                    <a16:creationId xmlns:a16="http://schemas.microsoft.com/office/drawing/2014/main" id="{87F15BF7-D780-713D-0BD4-1B3069D28F6A}"/>
                  </a:ext>
                </a:extLst>
              </p:cNvPr>
              <p:cNvSpPr/>
              <p:nvPr/>
            </p:nvSpPr>
            <p:spPr>
              <a:xfrm>
                <a:off x="6413500" y="4919560"/>
                <a:ext cx="939800" cy="253629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3.3V Rail</a:t>
                </a: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F548ADA1-C0F5-A798-3DE5-D42B0FD1A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7944" y="5046457"/>
                <a:ext cx="1002453" cy="0"/>
              </a:xfrm>
              <a:prstGeom prst="line">
                <a:avLst/>
              </a:prstGeom>
              <a:ln w="50800" cap="rnd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" name="Flowchart: Connector 97">
                <a:extLst>
                  <a:ext uri="{FF2B5EF4-FFF2-40B4-BE49-F238E27FC236}">
                    <a16:creationId xmlns:a16="http://schemas.microsoft.com/office/drawing/2014/main" id="{252D1A8C-2739-BDE9-EF47-033F6765D8AC}"/>
                  </a:ext>
                </a:extLst>
              </p:cNvPr>
              <p:cNvSpPr/>
              <p:nvPr/>
            </p:nvSpPr>
            <p:spPr>
              <a:xfrm>
                <a:off x="4426852" y="5000325"/>
                <a:ext cx="91091" cy="91440"/>
              </a:xfrm>
              <a:prstGeom prst="flowChartConnec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ounded Rectangle 75">
                <a:extLst>
                  <a:ext uri="{FF2B5EF4-FFF2-40B4-BE49-F238E27FC236}">
                    <a16:creationId xmlns:a16="http://schemas.microsoft.com/office/drawing/2014/main" id="{656CCE75-8DB9-27DF-52D9-EA34FBC48362}"/>
                  </a:ext>
                </a:extLst>
              </p:cNvPr>
              <p:cNvSpPr/>
              <p:nvPr/>
            </p:nvSpPr>
            <p:spPr>
              <a:xfrm>
                <a:off x="4609383" y="4913524"/>
                <a:ext cx="939800" cy="253629"/>
              </a:xfrm>
              <a:prstGeom prst="round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GND Rail</a:t>
                </a:r>
              </a:p>
            </p:txBody>
          </p:sp>
        </p:grpSp>
        <p:sp>
          <p:nvSpPr>
            <p:cNvPr id="3" name="Rounded Rectangle 73">
              <a:extLst>
                <a:ext uri="{FF2B5EF4-FFF2-40B4-BE49-F238E27FC236}">
                  <a16:creationId xmlns:a16="http://schemas.microsoft.com/office/drawing/2014/main" id="{C779A017-FDD3-51ED-4FEF-1FC487AF0563}"/>
                </a:ext>
              </a:extLst>
            </p:cNvPr>
            <p:cNvSpPr/>
            <p:nvPr/>
          </p:nvSpPr>
          <p:spPr>
            <a:xfrm>
              <a:off x="8758643" y="3155487"/>
              <a:ext cx="2743200" cy="253629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Not Connected</a:t>
              </a:r>
            </a:p>
          </p:txBody>
        </p:sp>
        <p:sp>
          <p:nvSpPr>
            <p:cNvPr id="4" name="Rounded Rectangle 73">
              <a:extLst>
                <a:ext uri="{FF2B5EF4-FFF2-40B4-BE49-F238E27FC236}">
                  <a16:creationId xmlns:a16="http://schemas.microsoft.com/office/drawing/2014/main" id="{E7F2DFFE-91B5-65FE-020D-7A23B05E3333}"/>
                </a:ext>
              </a:extLst>
            </p:cNvPr>
            <p:cNvSpPr/>
            <p:nvPr/>
          </p:nvSpPr>
          <p:spPr>
            <a:xfrm>
              <a:off x="8758643" y="3507841"/>
              <a:ext cx="2743200" cy="253629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Not Connected</a:t>
              </a:r>
            </a:p>
          </p:txBody>
        </p:sp>
        <p:sp>
          <p:nvSpPr>
            <p:cNvPr id="6" name="Rounded Rectangle 73">
              <a:extLst>
                <a:ext uri="{FF2B5EF4-FFF2-40B4-BE49-F238E27FC236}">
                  <a16:creationId xmlns:a16="http://schemas.microsoft.com/office/drawing/2014/main" id="{95F34B0C-3301-4043-E47F-24E17F508B20}"/>
                </a:ext>
              </a:extLst>
            </p:cNvPr>
            <p:cNvSpPr/>
            <p:nvPr/>
          </p:nvSpPr>
          <p:spPr>
            <a:xfrm>
              <a:off x="8758643" y="3870743"/>
              <a:ext cx="2743200" cy="253629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Not Connected</a:t>
              </a:r>
            </a:p>
          </p:txBody>
        </p:sp>
        <p:sp>
          <p:nvSpPr>
            <p:cNvPr id="7" name="Rounded Rectangle 73">
              <a:extLst>
                <a:ext uri="{FF2B5EF4-FFF2-40B4-BE49-F238E27FC236}">
                  <a16:creationId xmlns:a16="http://schemas.microsoft.com/office/drawing/2014/main" id="{CFAC3455-8ABE-2661-920A-26878999974F}"/>
                </a:ext>
              </a:extLst>
            </p:cNvPr>
            <p:cNvSpPr/>
            <p:nvPr/>
          </p:nvSpPr>
          <p:spPr>
            <a:xfrm>
              <a:off x="8758643" y="4213643"/>
              <a:ext cx="2743200" cy="253629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Not Connected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B8175FE-955E-5E28-68AE-FD363B624946}"/>
                </a:ext>
              </a:extLst>
            </p:cNvPr>
            <p:cNvCxnSpPr>
              <a:cxnSpLocks/>
            </p:cNvCxnSpPr>
            <p:nvPr/>
          </p:nvCxnSpPr>
          <p:spPr>
            <a:xfrm>
              <a:off x="4479844" y="4698992"/>
              <a:ext cx="1002453" cy="0"/>
            </a:xfrm>
            <a:prstGeom prst="line">
              <a:avLst/>
            </a:prstGeom>
            <a:ln w="50800" cap="rnd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65072A01-2F84-88BE-2755-8BC9F2056557}"/>
                </a:ext>
              </a:extLst>
            </p:cNvPr>
            <p:cNvSpPr/>
            <p:nvPr/>
          </p:nvSpPr>
          <p:spPr>
            <a:xfrm>
              <a:off x="4388752" y="4652860"/>
              <a:ext cx="91091" cy="9144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ounded Rectangle 76">
              <a:extLst>
                <a:ext uri="{FF2B5EF4-FFF2-40B4-BE49-F238E27FC236}">
                  <a16:creationId xmlns:a16="http://schemas.microsoft.com/office/drawing/2014/main" id="{1E33EBB7-3785-C5EB-066F-8A0996211479}"/>
                </a:ext>
              </a:extLst>
            </p:cNvPr>
            <p:cNvSpPr/>
            <p:nvPr/>
          </p:nvSpPr>
          <p:spPr>
            <a:xfrm>
              <a:off x="4568611" y="4567449"/>
              <a:ext cx="2263369" cy="253629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RAW Out (3.5V @ 800mA)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3BC59E-9E64-8D55-764F-2187B178E1AC}"/>
                </a:ext>
              </a:extLst>
            </p:cNvPr>
            <p:cNvSpPr/>
            <p:nvPr/>
          </p:nvSpPr>
          <p:spPr>
            <a:xfrm>
              <a:off x="4265228" y="1611110"/>
              <a:ext cx="3429113" cy="118806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96569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212</TotalTime>
  <Words>54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Kwabena Agyeman</dc:creator>
  <cp:lastModifiedBy>Kwabena Agyeman</cp:lastModifiedBy>
  <cp:revision>41</cp:revision>
  <dcterms:created xsi:type="dcterms:W3CDTF">2016-11-15T01:04:52Z</dcterms:created>
  <dcterms:modified xsi:type="dcterms:W3CDTF">2026-01-08T23:50:58Z</dcterms:modified>
</cp:coreProperties>
</file>