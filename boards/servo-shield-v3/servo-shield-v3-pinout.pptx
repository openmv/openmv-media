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1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51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6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9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5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8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98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9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8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63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47AAB83-C5DF-0E28-FD0D-73FBBB71F106}"/>
              </a:ext>
            </a:extLst>
          </p:cNvPr>
          <p:cNvGrpSpPr/>
          <p:nvPr/>
        </p:nvGrpSpPr>
        <p:grpSpPr>
          <a:xfrm>
            <a:off x="277491" y="202170"/>
            <a:ext cx="11361512" cy="5102183"/>
            <a:chOff x="277491" y="202170"/>
            <a:chExt cx="11361512" cy="510218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015028A-E8FD-0D31-BF54-AA8ACC565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rcRect b="23146"/>
            <a:stretch>
              <a:fillRect/>
            </a:stretch>
          </p:blipFill>
          <p:spPr>
            <a:xfrm>
              <a:off x="3456924" y="1526008"/>
              <a:ext cx="5025841" cy="3778345"/>
            </a:xfrm>
            <a:prstGeom prst="rect">
              <a:avLst/>
            </a:prstGeom>
          </p:spPr>
        </p:pic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65D4F58-0F36-343B-7311-91CF219309D3}"/>
                </a:ext>
              </a:extLst>
            </p:cNvPr>
            <p:cNvGrpSpPr/>
            <p:nvPr/>
          </p:nvGrpSpPr>
          <p:grpSpPr>
            <a:xfrm>
              <a:off x="277491" y="202170"/>
              <a:ext cx="11361512" cy="4971264"/>
              <a:chOff x="315591" y="206933"/>
              <a:chExt cx="11361512" cy="4971264"/>
            </a:xfrm>
          </p:grpSpPr>
          <p:cxnSp>
            <p:nvCxnSpPr>
              <p:cNvPr id="9" name="Straight Connector 8"/>
              <p:cNvCxnSpPr/>
              <p:nvPr/>
            </p:nvCxnSpPr>
            <p:spPr>
              <a:xfrm flipV="1">
                <a:off x="365760" y="2600479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V="1">
                <a:off x="365760" y="2957095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V="1">
                <a:off x="365760" y="3304567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V="1">
                <a:off x="365760" y="3652039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V="1">
                <a:off x="365760" y="4002938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365760" y="4356127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V="1">
                <a:off x="365760" y="4703755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365760" y="5057502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Flowchart: Connector 24"/>
              <p:cNvSpPr/>
              <p:nvPr/>
            </p:nvSpPr>
            <p:spPr>
              <a:xfrm>
                <a:off x="320040" y="2554759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lowchart: Connector 25"/>
              <p:cNvSpPr/>
              <p:nvPr/>
            </p:nvSpPr>
            <p:spPr>
              <a:xfrm>
                <a:off x="320040" y="2911220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lowchart: Connector 26"/>
              <p:cNvSpPr/>
              <p:nvPr/>
            </p:nvSpPr>
            <p:spPr>
              <a:xfrm>
                <a:off x="320040" y="3259537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lowchart: Connector 27"/>
              <p:cNvSpPr/>
              <p:nvPr/>
            </p:nvSpPr>
            <p:spPr>
              <a:xfrm>
                <a:off x="320040" y="360273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lowchart: Connector 28"/>
              <p:cNvSpPr/>
              <p:nvPr/>
            </p:nvSpPr>
            <p:spPr>
              <a:xfrm>
                <a:off x="321597" y="395379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lowchart: Connector 29"/>
              <p:cNvSpPr/>
              <p:nvPr/>
            </p:nvSpPr>
            <p:spPr>
              <a:xfrm>
                <a:off x="320040" y="430484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lowchart: Connector 30"/>
              <p:cNvSpPr/>
              <p:nvPr/>
            </p:nvSpPr>
            <p:spPr>
              <a:xfrm>
                <a:off x="320040" y="465590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lowchart: Connector 31"/>
              <p:cNvSpPr/>
              <p:nvPr/>
            </p:nvSpPr>
            <p:spPr>
              <a:xfrm>
                <a:off x="320040" y="500695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Flowchart: Connector 32"/>
              <p:cNvSpPr/>
              <p:nvPr/>
            </p:nvSpPr>
            <p:spPr>
              <a:xfrm>
                <a:off x="3246120" y="255104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Flowchart: Connector 33"/>
              <p:cNvSpPr/>
              <p:nvPr/>
            </p:nvSpPr>
            <p:spPr>
              <a:xfrm>
                <a:off x="3246120" y="2911220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Flowchart: Connector 34"/>
              <p:cNvSpPr/>
              <p:nvPr/>
            </p:nvSpPr>
            <p:spPr>
              <a:xfrm>
                <a:off x="3246120" y="3259003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lowchart: Connector 35"/>
              <p:cNvSpPr/>
              <p:nvPr/>
            </p:nvSpPr>
            <p:spPr>
              <a:xfrm>
                <a:off x="3244563" y="360959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lowchart: Connector 36"/>
              <p:cNvSpPr/>
              <p:nvPr/>
            </p:nvSpPr>
            <p:spPr>
              <a:xfrm>
                <a:off x="3244563" y="3952377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lowchart: Connector 37"/>
              <p:cNvSpPr/>
              <p:nvPr/>
            </p:nvSpPr>
            <p:spPr>
              <a:xfrm>
                <a:off x="3244563" y="430484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lowchart: Connector 38"/>
              <p:cNvSpPr/>
              <p:nvPr/>
            </p:nvSpPr>
            <p:spPr>
              <a:xfrm>
                <a:off x="3244563" y="465590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lowchart: Connector 39"/>
              <p:cNvSpPr/>
              <p:nvPr/>
            </p:nvSpPr>
            <p:spPr>
              <a:xfrm>
                <a:off x="3244563" y="500695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ounded Rectangle 40"/>
              <p:cNvSpPr/>
              <p:nvPr/>
            </p:nvSpPr>
            <p:spPr>
              <a:xfrm>
                <a:off x="457200" y="2469951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42" name="Rounded Rectangle 41"/>
              <p:cNvSpPr/>
              <p:nvPr/>
            </p:nvSpPr>
            <p:spPr>
              <a:xfrm>
                <a:off x="457200" y="2830125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43" name="Rounded Rectangle 42"/>
              <p:cNvSpPr/>
              <p:nvPr/>
            </p:nvSpPr>
            <p:spPr>
              <a:xfrm>
                <a:off x="457200" y="3175371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44" name="Rounded Rectangle 43"/>
              <p:cNvSpPr/>
              <p:nvPr/>
            </p:nvSpPr>
            <p:spPr>
              <a:xfrm>
                <a:off x="457200" y="4924568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3.3V Rail</a:t>
                </a:r>
              </a:p>
            </p:txBody>
          </p:sp>
          <p:sp>
            <p:nvSpPr>
              <p:cNvPr id="45" name="Rounded Rectangle 44"/>
              <p:cNvSpPr/>
              <p:nvPr/>
            </p:nvSpPr>
            <p:spPr>
              <a:xfrm>
                <a:off x="457200" y="4572213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AIN 0-5V -&gt; P6 0-3.3V</a:t>
                </a:r>
              </a:p>
            </p:txBody>
          </p:sp>
          <p:sp>
            <p:nvSpPr>
              <p:cNvPr id="46" name="Rounded Rectangle 45"/>
              <p:cNvSpPr/>
              <p:nvPr/>
            </p:nvSpPr>
            <p:spPr>
              <a:xfrm>
                <a:off x="457200" y="3520617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47" name="Rounded Rectangle 46"/>
              <p:cNvSpPr/>
              <p:nvPr/>
            </p:nvSpPr>
            <p:spPr>
              <a:xfrm>
                <a:off x="457200" y="3870470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48" name="Rounded Rectangle 47"/>
              <p:cNvSpPr/>
              <p:nvPr/>
            </p:nvSpPr>
            <p:spPr>
              <a:xfrm>
                <a:off x="457200" y="4223194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cxnSp>
            <p:nvCxnSpPr>
              <p:cNvPr id="49" name="Straight Connector 48"/>
              <p:cNvCxnSpPr/>
              <p:nvPr/>
            </p:nvCxnSpPr>
            <p:spPr>
              <a:xfrm flipV="1">
                <a:off x="8705303" y="2600479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flipV="1">
                <a:off x="8705303" y="2957095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 flipV="1">
                <a:off x="8705303" y="3304567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 flipV="1">
                <a:off x="8705303" y="3652039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 flipV="1">
                <a:off x="8705303" y="4002938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flipV="1">
                <a:off x="8705303" y="4356127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 flipV="1">
                <a:off x="8705303" y="4703755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 flipV="1">
                <a:off x="8705303" y="5057502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Flowchart: Connector 56"/>
              <p:cNvSpPr/>
              <p:nvPr/>
            </p:nvSpPr>
            <p:spPr>
              <a:xfrm>
                <a:off x="8659583" y="2554759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lowchart: Connector 57"/>
              <p:cNvSpPr/>
              <p:nvPr/>
            </p:nvSpPr>
            <p:spPr>
              <a:xfrm>
                <a:off x="8659583" y="2911220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lowchart: Connector 58"/>
              <p:cNvSpPr/>
              <p:nvPr/>
            </p:nvSpPr>
            <p:spPr>
              <a:xfrm>
                <a:off x="8659583" y="3259537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lowchart: Connector 59"/>
              <p:cNvSpPr/>
              <p:nvPr/>
            </p:nvSpPr>
            <p:spPr>
              <a:xfrm>
                <a:off x="8659583" y="360273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lowchart: Connector 60"/>
              <p:cNvSpPr/>
              <p:nvPr/>
            </p:nvSpPr>
            <p:spPr>
              <a:xfrm>
                <a:off x="8661140" y="395379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lowchart: Connector 61"/>
              <p:cNvSpPr/>
              <p:nvPr/>
            </p:nvSpPr>
            <p:spPr>
              <a:xfrm>
                <a:off x="8659583" y="430484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lowchart: Connector 62"/>
              <p:cNvSpPr/>
              <p:nvPr/>
            </p:nvSpPr>
            <p:spPr>
              <a:xfrm>
                <a:off x="8659583" y="465590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lowchart: Connector 63"/>
              <p:cNvSpPr/>
              <p:nvPr/>
            </p:nvSpPr>
            <p:spPr>
              <a:xfrm>
                <a:off x="8659583" y="5011370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lowchart: Connector 64"/>
              <p:cNvSpPr/>
              <p:nvPr/>
            </p:nvSpPr>
            <p:spPr>
              <a:xfrm>
                <a:off x="11585663" y="255104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Flowchart: Connector 65"/>
              <p:cNvSpPr/>
              <p:nvPr/>
            </p:nvSpPr>
            <p:spPr>
              <a:xfrm>
                <a:off x="11585663" y="2911220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Flowchart: Connector 66"/>
              <p:cNvSpPr/>
              <p:nvPr/>
            </p:nvSpPr>
            <p:spPr>
              <a:xfrm>
                <a:off x="11585663" y="3259003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lowchart: Connector 67"/>
              <p:cNvSpPr/>
              <p:nvPr/>
            </p:nvSpPr>
            <p:spPr>
              <a:xfrm>
                <a:off x="11584106" y="360959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lowchart: Connector 68"/>
              <p:cNvSpPr/>
              <p:nvPr/>
            </p:nvSpPr>
            <p:spPr>
              <a:xfrm>
                <a:off x="11584106" y="3952377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Flowchart: Connector 69"/>
              <p:cNvSpPr/>
              <p:nvPr/>
            </p:nvSpPr>
            <p:spPr>
              <a:xfrm>
                <a:off x="11584106" y="430484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Flowchart: Connector 70"/>
              <p:cNvSpPr/>
              <p:nvPr/>
            </p:nvSpPr>
            <p:spPr>
              <a:xfrm>
                <a:off x="11584106" y="465590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Flowchart: Connector 71"/>
              <p:cNvSpPr/>
              <p:nvPr/>
            </p:nvSpPr>
            <p:spPr>
              <a:xfrm>
                <a:off x="11584106" y="500695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ounded Rectangle 72"/>
              <p:cNvSpPr/>
              <p:nvPr/>
            </p:nvSpPr>
            <p:spPr>
              <a:xfrm>
                <a:off x="8796743" y="2469952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74" name="Rounded Rectangle 73"/>
              <p:cNvSpPr/>
              <p:nvPr/>
            </p:nvSpPr>
            <p:spPr>
              <a:xfrm>
                <a:off x="8796743" y="2830125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75" name="Rounded Rectangle 74"/>
              <p:cNvSpPr/>
              <p:nvPr/>
            </p:nvSpPr>
            <p:spPr>
              <a:xfrm>
                <a:off x="8796743" y="3175372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P10 – 3.3V -&gt; 5V GPIO</a:t>
                </a:r>
              </a:p>
            </p:txBody>
          </p:sp>
          <p:sp>
            <p:nvSpPr>
              <p:cNvPr id="76" name="Rounded Rectangle 75"/>
              <p:cNvSpPr/>
              <p:nvPr/>
            </p:nvSpPr>
            <p:spPr>
              <a:xfrm>
                <a:off x="8796743" y="4924568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GND Rail</a:t>
                </a:r>
              </a:p>
            </p:txBody>
          </p:sp>
          <p:sp>
            <p:nvSpPr>
              <p:cNvPr id="77" name="Rounded Rectangle 76"/>
              <p:cNvSpPr/>
              <p:nvPr/>
            </p:nvSpPr>
            <p:spPr>
              <a:xfrm>
                <a:off x="8796743" y="4572214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VIN Out (5.6V @ 5A)</a:t>
                </a:r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8796743" y="3520618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P9 – 3.3V -&gt; 5V GPIO</a:t>
                </a:r>
              </a:p>
            </p:txBody>
          </p:sp>
          <p:sp>
            <p:nvSpPr>
              <p:cNvPr id="79" name="Rounded Rectangle 78"/>
              <p:cNvSpPr/>
              <p:nvPr/>
            </p:nvSpPr>
            <p:spPr>
              <a:xfrm>
                <a:off x="8796743" y="3870470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P8 – 3.3V -&gt; 5V GPIO</a:t>
                </a:r>
              </a:p>
            </p:txBody>
          </p:sp>
          <p:sp>
            <p:nvSpPr>
              <p:cNvPr id="80" name="Rounded Rectangle 79"/>
              <p:cNvSpPr/>
              <p:nvPr/>
            </p:nvSpPr>
            <p:spPr>
              <a:xfrm>
                <a:off x="8796743" y="4223194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P7 – 3.3V -&gt; 5V GPIO</a:t>
                </a:r>
              </a:p>
            </p:txBody>
          </p:sp>
          <p:pic>
            <p:nvPicPr>
              <p:cNvPr id="81" name="Picture 8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5591" y="206933"/>
                <a:ext cx="2884810" cy="855827"/>
              </a:xfrm>
              <a:prstGeom prst="rect">
                <a:avLst/>
              </a:prstGeom>
            </p:spPr>
          </p:pic>
          <p:sp>
            <p:nvSpPr>
              <p:cNvPr id="82" name="Rectangle 81"/>
              <p:cNvSpPr/>
              <p:nvPr/>
            </p:nvSpPr>
            <p:spPr>
              <a:xfrm>
                <a:off x="641480" y="1116548"/>
                <a:ext cx="2648802" cy="95410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r"/>
                <a:r>
                  <a:rPr lang="en-US" sz="2800" dirty="0">
                    <a:ln w="0"/>
                    <a:latin typeface="Arial Black" panose="020B0A04020102020204" pitchFamily="34" charset="0"/>
                  </a:rPr>
                  <a:t>Servo Shield</a:t>
                </a:r>
              </a:p>
              <a:p>
                <a:pPr algn="r"/>
                <a:r>
                  <a:rPr lang="en-US" sz="2800" dirty="0">
                    <a:ln w="0"/>
                    <a:latin typeface="Arial Black" panose="020B0A04020102020204" pitchFamily="34" charset="0"/>
                  </a:rPr>
                  <a:t>Pinout</a:t>
                </a:r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11A10FFD-4747-F1A0-E92D-A1E9876890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0905" y="5057090"/>
                <a:ext cx="1002453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Flowchart: Connector 89">
                <a:extLst>
                  <a:ext uri="{FF2B5EF4-FFF2-40B4-BE49-F238E27FC236}">
                    <a16:creationId xmlns:a16="http://schemas.microsoft.com/office/drawing/2014/main" id="{1F841975-9192-F242-9BD4-B49BC00DA097}"/>
                  </a:ext>
                </a:extLst>
              </p:cNvPr>
              <p:cNvSpPr/>
              <p:nvPr/>
            </p:nvSpPr>
            <p:spPr>
              <a:xfrm>
                <a:off x="7443358" y="5011370"/>
                <a:ext cx="91092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ounded Rectangle 43">
                <a:extLst>
                  <a:ext uri="{FF2B5EF4-FFF2-40B4-BE49-F238E27FC236}">
                    <a16:creationId xmlns:a16="http://schemas.microsoft.com/office/drawing/2014/main" id="{87F15BF7-D780-713D-0BD4-1B3069D28F6A}"/>
                  </a:ext>
                </a:extLst>
              </p:cNvPr>
              <p:cNvSpPr/>
              <p:nvPr/>
            </p:nvSpPr>
            <p:spPr>
              <a:xfrm>
                <a:off x="6413500" y="4919560"/>
                <a:ext cx="939800" cy="253629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3.3V Rail</a:t>
                </a: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F548ADA1-C0F5-A798-3DE5-D42B0FD1A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7944" y="5046457"/>
                <a:ext cx="1002453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8" name="Flowchart: Connector 97">
                <a:extLst>
                  <a:ext uri="{FF2B5EF4-FFF2-40B4-BE49-F238E27FC236}">
                    <a16:creationId xmlns:a16="http://schemas.microsoft.com/office/drawing/2014/main" id="{252D1A8C-2739-BDE9-EF47-033F6765D8AC}"/>
                  </a:ext>
                </a:extLst>
              </p:cNvPr>
              <p:cNvSpPr/>
              <p:nvPr/>
            </p:nvSpPr>
            <p:spPr>
              <a:xfrm>
                <a:off x="4426852" y="5000325"/>
                <a:ext cx="91091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ounded Rectangle 75">
                <a:extLst>
                  <a:ext uri="{FF2B5EF4-FFF2-40B4-BE49-F238E27FC236}">
                    <a16:creationId xmlns:a16="http://schemas.microsoft.com/office/drawing/2014/main" id="{656CCE75-8DB9-27DF-52D9-EA34FBC48362}"/>
                  </a:ext>
                </a:extLst>
              </p:cNvPr>
              <p:cNvSpPr/>
              <p:nvPr/>
            </p:nvSpPr>
            <p:spPr>
              <a:xfrm>
                <a:off x="4609383" y="4913524"/>
                <a:ext cx="939800" cy="253629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GND Rail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6569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209</TotalTime>
  <Words>63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Kwabena Agyeman</dc:creator>
  <cp:lastModifiedBy>Kwabena Agyeman</cp:lastModifiedBy>
  <cp:revision>41</cp:revision>
  <dcterms:created xsi:type="dcterms:W3CDTF">2016-11-15T01:04:52Z</dcterms:created>
  <dcterms:modified xsi:type="dcterms:W3CDTF">2026-01-09T00:34:29Z</dcterms:modified>
</cp:coreProperties>
</file>