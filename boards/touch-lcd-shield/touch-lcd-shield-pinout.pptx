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62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37162-BF4A-4F96-959A-FC5D79B042DC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AA11A-AC77-46E1-8752-1FB39CDB6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72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37162-BF4A-4F96-959A-FC5D79B042DC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AA11A-AC77-46E1-8752-1FB39CDB6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651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37162-BF4A-4F96-959A-FC5D79B042DC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AA11A-AC77-46E1-8752-1FB39CDB6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265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37162-BF4A-4F96-959A-FC5D79B042DC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AA11A-AC77-46E1-8752-1FB39CDB6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992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0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37162-BF4A-4F96-959A-FC5D79B042DC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AA11A-AC77-46E1-8752-1FB39CDB6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951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37162-BF4A-4F96-959A-FC5D79B042DC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AA11A-AC77-46E1-8752-1FB39CDB6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485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37162-BF4A-4F96-959A-FC5D79B042DC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AA11A-AC77-46E1-8752-1FB39CDB6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70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37162-BF4A-4F96-959A-FC5D79B042DC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AA11A-AC77-46E1-8752-1FB39CDB6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25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37162-BF4A-4F96-959A-FC5D79B042DC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AA11A-AC77-46E1-8752-1FB39CDB6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698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37162-BF4A-4F96-959A-FC5D79B042DC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AA11A-AC77-46E1-8752-1FB39CDB6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796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37162-BF4A-4F96-959A-FC5D79B042DC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AA11A-AC77-46E1-8752-1FB39CDB6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788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837162-BF4A-4F96-959A-FC5D79B042DC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8AA11A-AC77-46E1-8752-1FB39CDB6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363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CF126467-FECE-3A6B-95F7-F048DCFABFA8}"/>
              </a:ext>
            </a:extLst>
          </p:cNvPr>
          <p:cNvGrpSpPr/>
          <p:nvPr/>
        </p:nvGrpSpPr>
        <p:grpSpPr>
          <a:xfrm>
            <a:off x="-615313" y="167005"/>
            <a:ext cx="12323537" cy="6438247"/>
            <a:chOff x="-615313" y="167005"/>
            <a:chExt cx="12323537" cy="643824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C525553-381E-9E4A-8356-253234C403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0000"/>
            </a:blip>
            <a:stretch>
              <a:fillRect/>
            </a:stretch>
          </p:blipFill>
          <p:spPr>
            <a:xfrm>
              <a:off x="2555033" y="252747"/>
              <a:ext cx="7081934" cy="6352505"/>
            </a:xfrm>
            <a:prstGeom prst="rect">
              <a:avLst/>
            </a:prstGeom>
          </p:spPr>
        </p:pic>
        <p:cxnSp>
          <p:nvCxnSpPr>
            <p:cNvPr id="9" name="Straight Connector 8"/>
            <p:cNvCxnSpPr/>
            <p:nvPr/>
          </p:nvCxnSpPr>
          <p:spPr>
            <a:xfrm flipV="1">
              <a:off x="396881" y="3958824"/>
              <a:ext cx="2926080" cy="0"/>
            </a:xfrm>
            <a:prstGeom prst="line">
              <a:avLst/>
            </a:prstGeom>
            <a:ln w="50800" cap="rnd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396881" y="4315440"/>
              <a:ext cx="2926080" cy="0"/>
            </a:xfrm>
            <a:prstGeom prst="line">
              <a:avLst/>
            </a:prstGeom>
            <a:ln w="50800" cap="rnd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flipV="1">
              <a:off x="396881" y="4662912"/>
              <a:ext cx="2926080" cy="0"/>
            </a:xfrm>
            <a:prstGeom prst="line">
              <a:avLst/>
            </a:prstGeom>
            <a:ln w="50800" cap="rnd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396881" y="5010384"/>
              <a:ext cx="2926080" cy="0"/>
            </a:xfrm>
            <a:prstGeom prst="line">
              <a:avLst/>
            </a:prstGeom>
            <a:ln w="50800" cap="rnd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V="1">
              <a:off x="396881" y="5361283"/>
              <a:ext cx="2926080" cy="0"/>
            </a:xfrm>
            <a:prstGeom prst="line">
              <a:avLst/>
            </a:prstGeom>
            <a:ln w="50800" cap="rnd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V="1">
              <a:off x="396881" y="5714472"/>
              <a:ext cx="2926080" cy="0"/>
            </a:xfrm>
            <a:prstGeom prst="line">
              <a:avLst/>
            </a:prstGeom>
            <a:ln w="50800" cap="rnd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V="1">
              <a:off x="396881" y="6062100"/>
              <a:ext cx="2926080" cy="0"/>
            </a:xfrm>
            <a:prstGeom prst="line">
              <a:avLst/>
            </a:prstGeom>
            <a:ln w="50800" cap="rnd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V="1">
              <a:off x="396881" y="6415847"/>
              <a:ext cx="2926080" cy="0"/>
            </a:xfrm>
            <a:prstGeom prst="line">
              <a:avLst/>
            </a:prstGeom>
            <a:ln w="50800" cap="rnd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Flowchart: Connector 24"/>
            <p:cNvSpPr/>
            <p:nvPr/>
          </p:nvSpPr>
          <p:spPr>
            <a:xfrm>
              <a:off x="351161" y="3913104"/>
              <a:ext cx="91440" cy="91440"/>
            </a:xfrm>
            <a:prstGeom prst="flowChartConnector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lowchart: Connector 25"/>
            <p:cNvSpPr/>
            <p:nvPr/>
          </p:nvSpPr>
          <p:spPr>
            <a:xfrm>
              <a:off x="351161" y="4269565"/>
              <a:ext cx="91440" cy="91440"/>
            </a:xfrm>
            <a:prstGeom prst="flowChartConnector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lowchart: Connector 26"/>
            <p:cNvSpPr/>
            <p:nvPr/>
          </p:nvSpPr>
          <p:spPr>
            <a:xfrm>
              <a:off x="351161" y="4617882"/>
              <a:ext cx="91440" cy="91440"/>
            </a:xfrm>
            <a:prstGeom prst="flowChartConnector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lowchart: Connector 27"/>
            <p:cNvSpPr/>
            <p:nvPr/>
          </p:nvSpPr>
          <p:spPr>
            <a:xfrm>
              <a:off x="351161" y="4961081"/>
              <a:ext cx="91440" cy="91440"/>
            </a:xfrm>
            <a:prstGeom prst="flowChartConnector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lowchart: Connector 28"/>
            <p:cNvSpPr/>
            <p:nvPr/>
          </p:nvSpPr>
          <p:spPr>
            <a:xfrm>
              <a:off x="352718" y="5312136"/>
              <a:ext cx="91440" cy="91440"/>
            </a:xfrm>
            <a:prstGeom prst="flowChartConnector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lowchart: Connector 29"/>
            <p:cNvSpPr/>
            <p:nvPr/>
          </p:nvSpPr>
          <p:spPr>
            <a:xfrm>
              <a:off x="351161" y="5663191"/>
              <a:ext cx="91440" cy="91440"/>
            </a:xfrm>
            <a:prstGeom prst="flowChartConnector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lowchart: Connector 30"/>
            <p:cNvSpPr/>
            <p:nvPr/>
          </p:nvSpPr>
          <p:spPr>
            <a:xfrm>
              <a:off x="351161" y="6014246"/>
              <a:ext cx="91440" cy="91440"/>
            </a:xfrm>
            <a:prstGeom prst="flowChartConnector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lowchart: Connector 31"/>
            <p:cNvSpPr/>
            <p:nvPr/>
          </p:nvSpPr>
          <p:spPr>
            <a:xfrm>
              <a:off x="351161" y="6365301"/>
              <a:ext cx="91440" cy="91440"/>
            </a:xfrm>
            <a:prstGeom prst="flowChartConnector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lowchart: Connector 32"/>
            <p:cNvSpPr/>
            <p:nvPr/>
          </p:nvSpPr>
          <p:spPr>
            <a:xfrm>
              <a:off x="3277241" y="3909391"/>
              <a:ext cx="91440" cy="91440"/>
            </a:xfrm>
            <a:prstGeom prst="flowChartConnector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lowchart: Connector 33"/>
            <p:cNvSpPr/>
            <p:nvPr/>
          </p:nvSpPr>
          <p:spPr>
            <a:xfrm>
              <a:off x="3277241" y="4269565"/>
              <a:ext cx="91440" cy="91440"/>
            </a:xfrm>
            <a:prstGeom prst="flowChartConnector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lowchart: Connector 34"/>
            <p:cNvSpPr/>
            <p:nvPr/>
          </p:nvSpPr>
          <p:spPr>
            <a:xfrm>
              <a:off x="3277241" y="4617348"/>
              <a:ext cx="91440" cy="91440"/>
            </a:xfrm>
            <a:prstGeom prst="flowChartConnector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lowchart: Connector 35"/>
            <p:cNvSpPr/>
            <p:nvPr/>
          </p:nvSpPr>
          <p:spPr>
            <a:xfrm>
              <a:off x="3275684" y="4967936"/>
              <a:ext cx="91440" cy="91440"/>
            </a:xfrm>
            <a:prstGeom prst="flowChartConnector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lowchart: Connector 36"/>
            <p:cNvSpPr/>
            <p:nvPr/>
          </p:nvSpPr>
          <p:spPr>
            <a:xfrm>
              <a:off x="3275684" y="5310722"/>
              <a:ext cx="91440" cy="91440"/>
            </a:xfrm>
            <a:prstGeom prst="flowChartConnector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lowchart: Connector 37"/>
            <p:cNvSpPr/>
            <p:nvPr/>
          </p:nvSpPr>
          <p:spPr>
            <a:xfrm>
              <a:off x="3275684" y="5663191"/>
              <a:ext cx="91440" cy="91440"/>
            </a:xfrm>
            <a:prstGeom prst="flowChartConnector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lowchart: Connector 38"/>
            <p:cNvSpPr/>
            <p:nvPr/>
          </p:nvSpPr>
          <p:spPr>
            <a:xfrm>
              <a:off x="3275684" y="6014246"/>
              <a:ext cx="91440" cy="91440"/>
            </a:xfrm>
            <a:prstGeom prst="flowChartConnector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lowchart: Connector 39"/>
            <p:cNvSpPr/>
            <p:nvPr/>
          </p:nvSpPr>
          <p:spPr>
            <a:xfrm>
              <a:off x="3275684" y="6365301"/>
              <a:ext cx="91440" cy="91440"/>
            </a:xfrm>
            <a:prstGeom prst="flowChartConnector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488321" y="3828296"/>
              <a:ext cx="2743200" cy="253629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P0 – LCD MOSI</a:t>
              </a:r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488321" y="4188470"/>
              <a:ext cx="2743200" cy="253629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P1 – LCD TE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488321" y="4533716"/>
              <a:ext cx="2743200" cy="253629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P2 – LCD SCLK</a:t>
              </a:r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488321" y="6282913"/>
              <a:ext cx="2743200" cy="253629"/>
            </a:xfrm>
            <a:prstGeom prst="roundRect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3.3V Rail</a:t>
              </a: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488321" y="5930558"/>
              <a:ext cx="2743200" cy="253629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P6 – LCD Backlight</a:t>
              </a:r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488321" y="4878962"/>
              <a:ext cx="2743200" cy="253629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P3 – LCD SSEL</a:t>
              </a:r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488321" y="5228815"/>
              <a:ext cx="2743200" cy="253629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P4 – Touch/QWIIC SCL</a:t>
              </a:r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488321" y="5581539"/>
              <a:ext cx="2743200" cy="253629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P5 – Touch/QWIIC SDA</a:t>
              </a:r>
            </a:p>
          </p:txBody>
        </p:sp>
        <p:cxnSp>
          <p:nvCxnSpPr>
            <p:cNvPr id="49" name="Straight Connector 48"/>
            <p:cNvCxnSpPr/>
            <p:nvPr/>
          </p:nvCxnSpPr>
          <p:spPr>
            <a:xfrm flipV="1">
              <a:off x="8736424" y="3958824"/>
              <a:ext cx="2926080" cy="0"/>
            </a:xfrm>
            <a:prstGeom prst="line">
              <a:avLst/>
            </a:prstGeom>
            <a:ln w="50800" cap="rnd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flipV="1">
              <a:off x="8736424" y="4315440"/>
              <a:ext cx="2926080" cy="0"/>
            </a:xfrm>
            <a:prstGeom prst="line">
              <a:avLst/>
            </a:prstGeom>
            <a:ln w="50800" cap="rnd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flipV="1">
              <a:off x="8736424" y="4662912"/>
              <a:ext cx="2926080" cy="0"/>
            </a:xfrm>
            <a:prstGeom prst="line">
              <a:avLst/>
            </a:prstGeom>
            <a:ln w="50800" cap="rnd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flipV="1">
              <a:off x="8736424" y="5010384"/>
              <a:ext cx="2926080" cy="0"/>
            </a:xfrm>
            <a:prstGeom prst="line">
              <a:avLst/>
            </a:prstGeom>
            <a:ln w="50800" cap="rnd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V="1">
              <a:off x="8736424" y="5361283"/>
              <a:ext cx="2926080" cy="0"/>
            </a:xfrm>
            <a:prstGeom prst="line">
              <a:avLst/>
            </a:prstGeom>
            <a:ln w="50800" cap="rnd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 flipV="1">
              <a:off x="8736424" y="5714472"/>
              <a:ext cx="2926080" cy="0"/>
            </a:xfrm>
            <a:prstGeom prst="line">
              <a:avLst/>
            </a:prstGeom>
            <a:ln w="50800" cap="rnd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flipV="1">
              <a:off x="8736424" y="6062100"/>
              <a:ext cx="2926080" cy="0"/>
            </a:xfrm>
            <a:prstGeom prst="line">
              <a:avLst/>
            </a:prstGeom>
            <a:ln w="50800" cap="rnd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 flipV="1">
              <a:off x="8736424" y="6415847"/>
              <a:ext cx="2926080" cy="0"/>
            </a:xfrm>
            <a:prstGeom prst="line">
              <a:avLst/>
            </a:prstGeom>
            <a:ln w="50800" cap="rnd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7" name="Flowchart: Connector 56"/>
            <p:cNvSpPr/>
            <p:nvPr/>
          </p:nvSpPr>
          <p:spPr>
            <a:xfrm>
              <a:off x="8690704" y="3913104"/>
              <a:ext cx="91440" cy="91440"/>
            </a:xfrm>
            <a:prstGeom prst="flowChartConnector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lowchart: Connector 57"/>
            <p:cNvSpPr/>
            <p:nvPr/>
          </p:nvSpPr>
          <p:spPr>
            <a:xfrm>
              <a:off x="8690704" y="4269565"/>
              <a:ext cx="91440" cy="91440"/>
            </a:xfrm>
            <a:prstGeom prst="flowChartConnector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lowchart: Connector 58"/>
            <p:cNvSpPr/>
            <p:nvPr/>
          </p:nvSpPr>
          <p:spPr>
            <a:xfrm>
              <a:off x="8690704" y="4617882"/>
              <a:ext cx="91440" cy="91440"/>
            </a:xfrm>
            <a:prstGeom prst="flowChartConnector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Flowchart: Connector 59"/>
            <p:cNvSpPr/>
            <p:nvPr/>
          </p:nvSpPr>
          <p:spPr>
            <a:xfrm>
              <a:off x="8690704" y="4961081"/>
              <a:ext cx="91440" cy="91440"/>
            </a:xfrm>
            <a:prstGeom prst="flowChartConnector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lowchart: Connector 60"/>
            <p:cNvSpPr/>
            <p:nvPr/>
          </p:nvSpPr>
          <p:spPr>
            <a:xfrm>
              <a:off x="8692261" y="5312136"/>
              <a:ext cx="91440" cy="91440"/>
            </a:xfrm>
            <a:prstGeom prst="flowChartConnector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lowchart: Connector 61"/>
            <p:cNvSpPr/>
            <p:nvPr/>
          </p:nvSpPr>
          <p:spPr>
            <a:xfrm>
              <a:off x="8690704" y="5663191"/>
              <a:ext cx="91440" cy="91440"/>
            </a:xfrm>
            <a:prstGeom prst="flowChartConnector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lowchart: Connector 62"/>
            <p:cNvSpPr/>
            <p:nvPr/>
          </p:nvSpPr>
          <p:spPr>
            <a:xfrm>
              <a:off x="8690704" y="6014246"/>
              <a:ext cx="91440" cy="91440"/>
            </a:xfrm>
            <a:prstGeom prst="flowChartConnector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lowchart: Connector 63"/>
            <p:cNvSpPr/>
            <p:nvPr/>
          </p:nvSpPr>
          <p:spPr>
            <a:xfrm>
              <a:off x="8690704" y="6369715"/>
              <a:ext cx="91440" cy="91440"/>
            </a:xfrm>
            <a:prstGeom prst="flowChartConnector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Flowchart: Connector 64"/>
            <p:cNvSpPr/>
            <p:nvPr/>
          </p:nvSpPr>
          <p:spPr>
            <a:xfrm>
              <a:off x="11616784" y="3909391"/>
              <a:ext cx="91440" cy="91440"/>
            </a:xfrm>
            <a:prstGeom prst="flowChartConnector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Flowchart: Connector 65"/>
            <p:cNvSpPr/>
            <p:nvPr/>
          </p:nvSpPr>
          <p:spPr>
            <a:xfrm>
              <a:off x="11616784" y="4269565"/>
              <a:ext cx="91440" cy="91440"/>
            </a:xfrm>
            <a:prstGeom prst="flowChartConnector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Flowchart: Connector 66"/>
            <p:cNvSpPr/>
            <p:nvPr/>
          </p:nvSpPr>
          <p:spPr>
            <a:xfrm>
              <a:off x="11616784" y="4617348"/>
              <a:ext cx="91440" cy="91440"/>
            </a:xfrm>
            <a:prstGeom prst="flowChartConnector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lowchart: Connector 67"/>
            <p:cNvSpPr/>
            <p:nvPr/>
          </p:nvSpPr>
          <p:spPr>
            <a:xfrm>
              <a:off x="11615227" y="4967936"/>
              <a:ext cx="91440" cy="91440"/>
            </a:xfrm>
            <a:prstGeom prst="flowChartConnector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lowchart: Connector 68"/>
            <p:cNvSpPr/>
            <p:nvPr/>
          </p:nvSpPr>
          <p:spPr>
            <a:xfrm>
              <a:off x="11615227" y="5310722"/>
              <a:ext cx="91440" cy="91440"/>
            </a:xfrm>
            <a:prstGeom prst="flowChartConnector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lowchart: Connector 69"/>
            <p:cNvSpPr/>
            <p:nvPr/>
          </p:nvSpPr>
          <p:spPr>
            <a:xfrm>
              <a:off x="11615227" y="5663191"/>
              <a:ext cx="91440" cy="91440"/>
            </a:xfrm>
            <a:prstGeom prst="flowChartConnector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lowchart: Connector 70"/>
            <p:cNvSpPr/>
            <p:nvPr/>
          </p:nvSpPr>
          <p:spPr>
            <a:xfrm>
              <a:off x="11615227" y="6014246"/>
              <a:ext cx="91440" cy="91440"/>
            </a:xfrm>
            <a:prstGeom prst="flowChartConnector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Flowchart: Connector 71"/>
            <p:cNvSpPr/>
            <p:nvPr/>
          </p:nvSpPr>
          <p:spPr>
            <a:xfrm>
              <a:off x="11615227" y="6365301"/>
              <a:ext cx="91440" cy="91440"/>
            </a:xfrm>
            <a:prstGeom prst="flowChartConnector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ounded Rectangle 72"/>
            <p:cNvSpPr/>
            <p:nvPr/>
          </p:nvSpPr>
          <p:spPr>
            <a:xfrm>
              <a:off x="8827864" y="3828297"/>
              <a:ext cx="2743200" cy="253629"/>
            </a:xfrm>
            <a:prstGeom prst="roundRect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Not Connected</a:t>
              </a:r>
            </a:p>
          </p:txBody>
        </p:sp>
        <p:sp>
          <p:nvSpPr>
            <p:cNvPr id="74" name="Rounded Rectangle 73"/>
            <p:cNvSpPr/>
            <p:nvPr/>
          </p:nvSpPr>
          <p:spPr>
            <a:xfrm>
              <a:off x="8827864" y="4188470"/>
              <a:ext cx="2743200" cy="253629"/>
            </a:xfrm>
            <a:prstGeom prst="roundRect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Not Connected</a:t>
              </a:r>
            </a:p>
          </p:txBody>
        </p:sp>
        <p:sp>
          <p:nvSpPr>
            <p:cNvPr id="76" name="Rounded Rectangle 75"/>
            <p:cNvSpPr/>
            <p:nvPr/>
          </p:nvSpPr>
          <p:spPr>
            <a:xfrm>
              <a:off x="8827864" y="6282913"/>
              <a:ext cx="2743200" cy="253629"/>
            </a:xfrm>
            <a:prstGeom prst="roundRect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GND Rail</a:t>
              </a:r>
            </a:p>
          </p:txBody>
        </p:sp>
        <p:sp>
          <p:nvSpPr>
            <p:cNvPr id="78" name="Rounded Rectangle 77"/>
            <p:cNvSpPr/>
            <p:nvPr/>
          </p:nvSpPr>
          <p:spPr>
            <a:xfrm>
              <a:off x="8827864" y="4878963"/>
              <a:ext cx="2743200" cy="253629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P9 – Touch INT_N</a:t>
              </a:r>
            </a:p>
          </p:txBody>
        </p:sp>
        <p:sp>
          <p:nvSpPr>
            <p:cNvPr id="79" name="Rounded Rectangle 78"/>
            <p:cNvSpPr/>
            <p:nvPr/>
          </p:nvSpPr>
          <p:spPr>
            <a:xfrm>
              <a:off x="8827864" y="5228815"/>
              <a:ext cx="2743200" cy="253629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P8 – LCD RS</a:t>
              </a:r>
            </a:p>
          </p:txBody>
        </p:sp>
        <p:sp>
          <p:nvSpPr>
            <p:cNvPr id="80" name="Rounded Rectangle 79"/>
            <p:cNvSpPr/>
            <p:nvPr/>
          </p:nvSpPr>
          <p:spPr>
            <a:xfrm>
              <a:off x="8827864" y="5581539"/>
              <a:ext cx="2743200" cy="253629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P7 – Touch/LCD RESET_N</a:t>
              </a:r>
            </a:p>
          </p:txBody>
        </p:sp>
        <p:pic>
          <p:nvPicPr>
            <p:cNvPr id="81" name="Picture 80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15313" y="167005"/>
              <a:ext cx="2884810" cy="855827"/>
            </a:xfrm>
            <a:prstGeom prst="rect">
              <a:avLst/>
            </a:prstGeom>
          </p:spPr>
        </p:pic>
        <p:sp>
          <p:nvSpPr>
            <p:cNvPr id="82" name="Rectangle 81"/>
            <p:cNvSpPr/>
            <p:nvPr/>
          </p:nvSpPr>
          <p:spPr>
            <a:xfrm>
              <a:off x="-417344" y="1076620"/>
              <a:ext cx="2776722" cy="95410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r"/>
              <a:r>
                <a:rPr lang="en-US" sz="2800" dirty="0">
                  <a:ln w="0"/>
                  <a:latin typeface="Arial Black" panose="020B0A04020102020204" pitchFamily="34" charset="0"/>
                </a:rPr>
                <a:t>Touch LCD</a:t>
              </a:r>
              <a:br>
                <a:rPr lang="en-US" sz="2800" dirty="0">
                  <a:ln w="0"/>
                  <a:latin typeface="Arial Black" panose="020B0A04020102020204" pitchFamily="34" charset="0"/>
                </a:rPr>
              </a:br>
              <a:r>
                <a:rPr lang="en-US" sz="2800" dirty="0">
                  <a:ln w="0"/>
                  <a:latin typeface="Arial Black" panose="020B0A04020102020204" pitchFamily="34" charset="0"/>
                </a:rPr>
                <a:t>Shield Pinout</a:t>
              </a:r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11A10FFD-4747-F1A0-E92D-A1E98768906D}"/>
                </a:ext>
              </a:extLst>
            </p:cNvPr>
            <p:cNvCxnSpPr>
              <a:cxnSpLocks/>
            </p:cNvCxnSpPr>
            <p:nvPr/>
          </p:nvCxnSpPr>
          <p:spPr>
            <a:xfrm>
              <a:off x="6472026" y="6415435"/>
              <a:ext cx="1002453" cy="0"/>
            </a:xfrm>
            <a:prstGeom prst="line">
              <a:avLst/>
            </a:prstGeom>
            <a:ln w="50800" cap="rnd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90" name="Flowchart: Connector 89">
              <a:extLst>
                <a:ext uri="{FF2B5EF4-FFF2-40B4-BE49-F238E27FC236}">
                  <a16:creationId xmlns:a16="http://schemas.microsoft.com/office/drawing/2014/main" id="{1F841975-9192-F242-9BD4-B49BC00DA097}"/>
                </a:ext>
              </a:extLst>
            </p:cNvPr>
            <p:cNvSpPr/>
            <p:nvPr/>
          </p:nvSpPr>
          <p:spPr>
            <a:xfrm>
              <a:off x="7474479" y="6369715"/>
              <a:ext cx="91092" cy="91440"/>
            </a:xfrm>
            <a:prstGeom prst="flowChartConnector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ounded Rectangle 43">
              <a:extLst>
                <a:ext uri="{FF2B5EF4-FFF2-40B4-BE49-F238E27FC236}">
                  <a16:creationId xmlns:a16="http://schemas.microsoft.com/office/drawing/2014/main" id="{87F15BF7-D780-713D-0BD4-1B3069D28F6A}"/>
                </a:ext>
              </a:extLst>
            </p:cNvPr>
            <p:cNvSpPr/>
            <p:nvPr/>
          </p:nvSpPr>
          <p:spPr>
            <a:xfrm>
              <a:off x="6444621" y="6277905"/>
              <a:ext cx="939800" cy="253629"/>
            </a:xfrm>
            <a:prstGeom prst="roundRect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3.3V Rail</a:t>
              </a:r>
            </a:p>
          </p:txBody>
        </p: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F548ADA1-C0F5-A798-3DE5-D42B0FD1A91F}"/>
                </a:ext>
              </a:extLst>
            </p:cNvPr>
            <p:cNvCxnSpPr>
              <a:cxnSpLocks/>
            </p:cNvCxnSpPr>
            <p:nvPr/>
          </p:nvCxnSpPr>
          <p:spPr>
            <a:xfrm>
              <a:off x="4549065" y="6404802"/>
              <a:ext cx="1002453" cy="0"/>
            </a:xfrm>
            <a:prstGeom prst="line">
              <a:avLst/>
            </a:prstGeom>
            <a:ln w="50800" cap="rnd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98" name="Flowchart: Connector 97">
              <a:extLst>
                <a:ext uri="{FF2B5EF4-FFF2-40B4-BE49-F238E27FC236}">
                  <a16:creationId xmlns:a16="http://schemas.microsoft.com/office/drawing/2014/main" id="{252D1A8C-2739-BDE9-EF47-033F6765D8AC}"/>
                </a:ext>
              </a:extLst>
            </p:cNvPr>
            <p:cNvSpPr/>
            <p:nvPr/>
          </p:nvSpPr>
          <p:spPr>
            <a:xfrm>
              <a:off x="4457973" y="6358670"/>
              <a:ext cx="91091" cy="91440"/>
            </a:xfrm>
            <a:prstGeom prst="flowChartConnector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ounded Rectangle 75">
              <a:extLst>
                <a:ext uri="{FF2B5EF4-FFF2-40B4-BE49-F238E27FC236}">
                  <a16:creationId xmlns:a16="http://schemas.microsoft.com/office/drawing/2014/main" id="{656CCE75-8DB9-27DF-52D9-EA34FBC48362}"/>
                </a:ext>
              </a:extLst>
            </p:cNvPr>
            <p:cNvSpPr/>
            <p:nvPr/>
          </p:nvSpPr>
          <p:spPr>
            <a:xfrm>
              <a:off x="4640504" y="6271869"/>
              <a:ext cx="939800" cy="253629"/>
            </a:xfrm>
            <a:prstGeom prst="roundRect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GND Rail</a:t>
              </a:r>
            </a:p>
          </p:txBody>
        </p:sp>
        <p:sp>
          <p:nvSpPr>
            <p:cNvPr id="7" name="Rounded Rectangle 72">
              <a:extLst>
                <a:ext uri="{FF2B5EF4-FFF2-40B4-BE49-F238E27FC236}">
                  <a16:creationId xmlns:a16="http://schemas.microsoft.com/office/drawing/2014/main" id="{33ECFECB-D0A6-BD95-14AC-9CDC32291988}"/>
                </a:ext>
              </a:extLst>
            </p:cNvPr>
            <p:cNvSpPr/>
            <p:nvPr/>
          </p:nvSpPr>
          <p:spPr>
            <a:xfrm>
              <a:off x="8827864" y="5955241"/>
              <a:ext cx="2743200" cy="253629"/>
            </a:xfrm>
            <a:prstGeom prst="roundRect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Not Connected</a:t>
              </a:r>
            </a:p>
          </p:txBody>
        </p:sp>
        <p:sp>
          <p:nvSpPr>
            <p:cNvPr id="8" name="Rounded Rectangle 73">
              <a:extLst>
                <a:ext uri="{FF2B5EF4-FFF2-40B4-BE49-F238E27FC236}">
                  <a16:creationId xmlns:a16="http://schemas.microsoft.com/office/drawing/2014/main" id="{62E4C421-D47C-2C73-C332-E8F2B486A634}"/>
                </a:ext>
              </a:extLst>
            </p:cNvPr>
            <p:cNvSpPr/>
            <p:nvPr/>
          </p:nvSpPr>
          <p:spPr>
            <a:xfrm>
              <a:off x="8827864" y="4532009"/>
              <a:ext cx="2743200" cy="253629"/>
            </a:xfrm>
            <a:prstGeom prst="roundRect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Not Connected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96569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215</TotalTime>
  <Words>71</Words>
  <Application>Microsoft Office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Black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Kwabena Agyeman</dc:creator>
  <cp:lastModifiedBy>Kwabena Agyeman</cp:lastModifiedBy>
  <cp:revision>45</cp:revision>
  <dcterms:created xsi:type="dcterms:W3CDTF">2016-11-15T01:04:52Z</dcterms:created>
  <dcterms:modified xsi:type="dcterms:W3CDTF">2026-01-09T03:18:48Z</dcterms:modified>
</cp:coreProperties>
</file>